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9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2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3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4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2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0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1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3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769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71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72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43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07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6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47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EcoSort</a:t>
            </a:r>
            <a:r>
              <a:rPr dirty="0"/>
              <a:t> AI - Smart Waste Segregation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93829"/>
            <a:ext cx="6400800" cy="337724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1M1B AI for Sustainability Virtual Internship</a:t>
            </a:r>
          </a:p>
          <a:p>
            <a:r>
              <a:rPr dirty="0"/>
              <a:t>In Collaboration with IBM </a:t>
            </a:r>
            <a:r>
              <a:rPr dirty="0" err="1"/>
              <a:t>SkillsBuild</a:t>
            </a:r>
            <a:r>
              <a:rPr dirty="0"/>
              <a:t> &amp; AICTE</a:t>
            </a:r>
          </a:p>
          <a:p>
            <a:endParaRPr dirty="0"/>
          </a:p>
          <a:p>
            <a:r>
              <a:rPr dirty="0"/>
              <a:t>Submitted by: Pawan Tiwari</a:t>
            </a:r>
          </a:p>
          <a:p>
            <a:r>
              <a:rPr dirty="0" err="1"/>
              <a:t>Ambalika</a:t>
            </a:r>
            <a:r>
              <a:rPr dirty="0"/>
              <a:t> Institute of Management &amp; Technology</a:t>
            </a:r>
            <a:endParaRPr lang="en-US" dirty="0"/>
          </a:p>
          <a:p>
            <a:r>
              <a:rPr lang="en-US" b="1" dirty="0"/>
              <a:t>AICTE STU ID </a:t>
            </a:r>
            <a:r>
              <a:rPr lang="en-US" b="1"/>
              <a:t>:  </a:t>
            </a:r>
            <a:r>
              <a:rPr lang="en-US" sz="3200" b="1" i="1" u="sng" strike="noStrike" baseline="0" dirty="0">
                <a:latin typeface="CIDFont+F3"/>
              </a:rPr>
              <a:t>STU6a4f981e559f11783601182</a:t>
            </a:r>
            <a:endParaRPr lang="en-US" sz="3200" b="1" i="1" u="sng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SDG Alignment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Primary SDG: SDG 12 (Responsible Consumption &amp; Production - Target 12.5).</a:t>
            </a:r>
          </a:p>
          <a:p>
            <a:pPr>
              <a:defRPr sz="1800"/>
            </a:pPr>
            <a:r>
              <a:t>Secondary SDG: SDG 11 (Sustainable Cities and Communities).</a:t>
            </a:r>
          </a:p>
          <a:p>
            <a:pPr>
              <a:defRPr sz="1800"/>
            </a:pPr>
            <a:r>
              <a:t>Problem: Commingling of wet, dry recyclable, and hazardous waste at source causes recyclable materials to rot in landfills.</a:t>
            </a:r>
          </a:p>
          <a:p>
            <a:pPr>
              <a:defRPr sz="1800"/>
            </a:pPr>
            <a:r>
              <a:t>HMW Question: How might we use AI to guide users in segregating waste at the exact point of disposal to maximize recycling?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The Need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Target Users: College students, campus cafeteria staff, residential societies, and municipal waste workers.</a:t>
            </a:r>
          </a:p>
          <a:p>
            <a:pPr>
              <a:defRPr sz="1800"/>
            </a:pPr>
            <a:r>
              <a:t>Speed &amp; Real-time Precision: Instantly resolves ambiguity for composite items (e.g., plastic-lined paper tea cups).</a:t>
            </a:r>
          </a:p>
          <a:p>
            <a:pPr>
              <a:defRPr sz="1800"/>
            </a:pPr>
            <a:r>
              <a:t>Multimodal Scalability: Supports text and vision-based item verification without requiring complex manuals.</a:t>
            </a:r>
          </a:p>
          <a:p>
            <a:pPr>
              <a:defRPr sz="1800"/>
            </a:pPr>
            <a:r>
              <a:t>Behavioral Impact: Encourages pre-disposal preparation (rinsing, crushing, separating components).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Solution &amp;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Input Layer: User enters waste item name or uploads photo.</a:t>
            </a:r>
          </a:p>
          <a:p>
            <a:pPr>
              <a:defRPr sz="1800"/>
            </a:pPr>
            <a:r>
              <a:t>Processing Engine: IBM Granite / Multimodal LLM extracts material properties (PET, Paper, Organic, Hazardous).</a:t>
            </a:r>
          </a:p>
          <a:p>
            <a:pPr>
              <a:defRPr sz="1800"/>
            </a:pPr>
            <a:r>
              <a:t>Rules Engine: Maps material against municipal color-coded bin standards (Green, Blue, Red/Black).</a:t>
            </a:r>
          </a:p>
          <a:p>
            <a:pPr>
              <a:defRPr sz="1800"/>
            </a:pPr>
            <a:r>
              <a:t>Output Generation: Delivers specific bin color, cleaning steps, and sustainability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Fairness: Calibrated for Indian household and campus waste (e.g., kulhad, coconut husks, snack pouches).</a:t>
            </a:r>
          </a:p>
          <a:p>
            <a:pPr>
              <a:defRPr sz="1800"/>
            </a:pPr>
            <a:r>
              <a:t>Explainability: Explains the Why behind bin allocation to build user habits.</a:t>
            </a:r>
          </a:p>
          <a:p>
            <a:pPr>
              <a:defRPr sz="1800"/>
            </a:pPr>
            <a:r>
              <a:t>Privacy: Operates strictly on object data; captures zero user faces or personal identifiers.</a:t>
            </a:r>
          </a:p>
          <a:p>
            <a:pPr>
              <a:defRPr sz="1800"/>
            </a:pPr>
            <a:r>
              <a:t>Safety: Flags sharp glass, chemical containers, and batteries with explicit handling warnings.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dirty="0"/>
              <a:t>Demo Interface: Interactive </a:t>
            </a:r>
            <a:r>
              <a:rPr dirty="0" err="1"/>
              <a:t>Streamlit</a:t>
            </a:r>
            <a:r>
              <a:rPr dirty="0"/>
              <a:t> Web Application (</a:t>
            </a:r>
            <a:r>
              <a:rPr dirty="0" err="1"/>
              <a:t>EcoSort</a:t>
            </a:r>
            <a:r>
              <a:rPr dirty="0"/>
              <a:t> AI).</a:t>
            </a:r>
          </a:p>
          <a:p>
            <a:pPr>
              <a:defRPr sz="1800"/>
            </a:pPr>
            <a:r>
              <a:rPr dirty="0"/>
              <a:t>Tested Case 1 (Plastic Bottle): Blue Bin (Dry Recyclable) -&gt; Action: Rinse &amp; Crush.</a:t>
            </a:r>
          </a:p>
          <a:p>
            <a:pPr>
              <a:defRPr sz="1800"/>
            </a:pPr>
            <a:r>
              <a:rPr dirty="0"/>
              <a:t>Tested Case 2 (Banana Peel): Green Bin (Wet/Compost) -&gt; Action: Dispose without plastic bag.</a:t>
            </a:r>
          </a:p>
          <a:p>
            <a:pPr>
              <a:defRPr sz="1800"/>
            </a:pPr>
            <a:r>
              <a:rPr dirty="0"/>
              <a:t>Tested Case 3 (Lithium Battery): Red/Black Bin (Hazardous E-Waste) -&gt; Action: Tape </a:t>
            </a:r>
            <a:r>
              <a:t>terminals.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E98D6434-2BAD-1083-9109-CE7AEE98E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584" y="320298"/>
            <a:ext cx="8220973" cy="621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3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A74252-CB4C-2009-DEA1-6A2E0A0B7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18" y="138024"/>
            <a:ext cx="8635763" cy="630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52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Environmental: Significant reduction in landfill burden and methane generation from mixed piles.</a:t>
            </a:r>
          </a:p>
          <a:p>
            <a:pPr>
              <a:defRPr sz="1800"/>
            </a:pPr>
            <a:r>
              <a:t>Social Dignity: Shields sanitation workers from manual contact with broken glass and toxic cells.</a:t>
            </a:r>
          </a:p>
          <a:p>
            <a:pPr>
              <a:defRPr sz="1800"/>
            </a:pPr>
            <a:r>
              <a:t>Campus Metric: Enables colleges to meet Green Audit and Swachh Campus benchmarks.</a:t>
            </a:r>
          </a:p>
          <a:p>
            <a:pPr>
              <a:defRPr sz="1800"/>
            </a:pPr>
            <a:r>
              <a:t>Future Scope: IoT integration with camera-equipped smart dustbin lids for automatic mechanical sorting.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67</TotalTime>
  <Words>467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CIDFont+F3</vt:lpstr>
      <vt:lpstr>Rockwell</vt:lpstr>
      <vt:lpstr>Damask</vt:lpstr>
      <vt:lpstr>EcoSort AI - Smart Waste Segregation Assistant</vt:lpstr>
      <vt:lpstr>SDG Alignment &amp; Problem Statement</vt:lpstr>
      <vt:lpstr>Target Users &amp; The Need for AI</vt:lpstr>
      <vt:lpstr>AI Solution &amp; System Architecture</vt:lpstr>
      <vt:lpstr>Responsible AI Considerations</vt:lpstr>
      <vt:lpstr>Prototype Demonstration</vt:lpstr>
      <vt:lpstr>PowerPoint Presentation</vt:lpstr>
      <vt:lpstr>PowerPoint Presentation</vt:lpstr>
      <vt:lpstr>Expected Impact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Pawan Tiwari</cp:lastModifiedBy>
  <cp:revision>8</cp:revision>
  <dcterms:created xsi:type="dcterms:W3CDTF">2013-01-27T09:14:16Z</dcterms:created>
  <dcterms:modified xsi:type="dcterms:W3CDTF">2026-09-22T13:47:28Z</dcterms:modified>
  <cp:category/>
</cp:coreProperties>
</file>